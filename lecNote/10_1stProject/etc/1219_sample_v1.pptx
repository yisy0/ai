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53" r:id="rId10"/>
    <p:sldId id="349" r:id="rId11"/>
    <p:sldId id="317" r:id="rId12"/>
    <p:sldId id="350" r:id="rId13"/>
    <p:sldId id="344" r:id="rId14"/>
    <p:sldId id="354" r:id="rId15"/>
    <p:sldId id="341" r:id="rId1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14" autoAdjust="0"/>
    <p:restoredTop sz="95958" autoAdjust="0"/>
  </p:normalViewPr>
  <p:slideViewPr>
    <p:cSldViewPr>
      <p:cViewPr varScale="1">
        <p:scale>
          <a:sx n="151" d="100"/>
          <a:sy n="151" d="100"/>
        </p:scale>
        <p:origin x="852" y="12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가는안상수체" pitchFamily="2" charset="-127"/>
                <a:ea typeface="가는안상수체" pitchFamily="2" charset="-127"/>
              </a:rPr>
              <a:t>2026</a:t>
            </a:r>
            <a:r>
              <a:rPr lang="ko-KR" altLang="en-US" sz="1200" dirty="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01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05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월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15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10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프로젝트 소개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참조사례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수집 및 분석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데이터 수집 개요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데이터 분석 인사이트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시계열 특성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개발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프로젝트 결과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몇 </a:t>
              </a:r>
              <a:endParaRPr lang="en-US" altLang="ko-KR" sz="1200">
                <a:solidFill>
                  <a:srgbClr val="3F3F48"/>
                </a:solidFill>
                <a:latin typeface="+mn-ea"/>
              </a:endParaRP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Anacomda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46B8-FA2B-AC9F-AB82-FE1412D1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D6856A72-2451-309A-284D-E8BC5E39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1E4AD-83FF-5D84-4A97-9B4BD13CF9F4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2. </a:t>
            </a:r>
            <a:r>
              <a:rPr lang="ko-KR" altLang="en-US" b="1">
                <a:solidFill>
                  <a:srgbClr val="756B5F"/>
                </a:solidFill>
              </a:rPr>
              <a:t>데이터 수집 및 분석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83FA5-1F55-2CE6-C3BD-1BD94690CAE2}"/>
              </a:ext>
            </a:extLst>
          </p:cNvPr>
          <p:cNvSpPr txBox="1"/>
          <p:nvPr/>
        </p:nvSpPr>
        <p:spPr>
          <a:xfrm>
            <a:off x="611560" y="555526"/>
            <a:ext cx="4581524" cy="1167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데이터 수집 개요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데이터 분석 인사이트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가중치 산출츨 위한 상관분석 및 그룹화</a:t>
            </a:r>
            <a:r>
              <a:rPr lang="en-US" altLang="ko-KR" sz="800" b="1">
                <a:latin typeface="+mn-ea"/>
              </a:rPr>
              <a:t>,</a:t>
            </a:r>
            <a:r>
              <a:rPr lang="ko-KR" altLang="en-US" sz="800" b="1">
                <a:latin typeface="+mn-ea"/>
              </a:rPr>
              <a:t> 시각화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시계열 특성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키워드 분석  및 트렌드 분석 </a:t>
            </a:r>
            <a:endParaRPr lang="en-US" altLang="ko-KR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5134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6D7D7-F8DE-0546-970A-3DF7C1D671BE}"/>
              </a:ext>
            </a:extLst>
          </p:cNvPr>
          <p:cNvSpPr txBox="1"/>
          <p:nvPr/>
        </p:nvSpPr>
        <p:spPr>
          <a:xfrm>
            <a:off x="2290763" y="2241446"/>
            <a:ext cx="4581524" cy="72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800" b="1"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800" b="1"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800" b="1">
                <a:latin typeface="+mn-ea"/>
              </a:rPr>
              <a:t>Xxx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271BB-EED5-E1BE-2779-2EFBA40B8D49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3. </a:t>
            </a:r>
            <a:r>
              <a:rPr lang="ko-KR" altLang="en-US" b="1">
                <a:solidFill>
                  <a:srgbClr val="756B5F"/>
                </a:solidFill>
              </a:rPr>
              <a:t>모델 구현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5788F-0021-18EE-5A44-1774CED8433A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4. </a:t>
            </a:r>
            <a:r>
              <a:rPr lang="ko-KR" altLang="en-US" b="1">
                <a:solidFill>
                  <a:srgbClr val="756B5F"/>
                </a:solidFill>
              </a:rPr>
              <a:t>웹 서비스 구현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DF592-A0FD-2ECA-F676-C89558469901}"/>
              </a:ext>
            </a:extLst>
          </p:cNvPr>
          <p:cNvSpPr txBox="1"/>
          <p:nvPr/>
        </p:nvSpPr>
        <p:spPr>
          <a:xfrm>
            <a:off x="179512" y="52597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4. </a:t>
            </a:r>
            <a:r>
              <a:rPr lang="ko-KR" altLang="en-US" b="1">
                <a:solidFill>
                  <a:srgbClr val="756B5F"/>
                </a:solidFill>
              </a:rPr>
              <a:t>웹 서비스 구현 핵심 기능 </a:t>
            </a:r>
            <a:r>
              <a:rPr lang="en-US" altLang="ko-KR" b="1">
                <a:solidFill>
                  <a:srgbClr val="756B5F"/>
                </a:solidFill>
              </a:rPr>
              <a:t>– </a:t>
            </a:r>
            <a:r>
              <a:rPr lang="ko-KR" altLang="en-US" b="1">
                <a:solidFill>
                  <a:srgbClr val="756B5F"/>
                </a:solidFill>
              </a:rPr>
              <a:t>메인 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34D80-8502-5D6A-21C1-9198EA7A1E88}"/>
              </a:ext>
            </a:extLst>
          </p:cNvPr>
          <p:cNvSpPr txBox="1"/>
          <p:nvPr/>
        </p:nvSpPr>
        <p:spPr>
          <a:xfrm>
            <a:off x="179512" y="52597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4. </a:t>
            </a:r>
            <a:r>
              <a:rPr lang="ko-KR" altLang="en-US" b="1">
                <a:solidFill>
                  <a:srgbClr val="756B5F"/>
                </a:solidFill>
              </a:rPr>
              <a:t>웹 서비스 구현 핵심 기능 </a:t>
            </a:r>
            <a:r>
              <a:rPr lang="en-US" altLang="ko-KR" b="1">
                <a:solidFill>
                  <a:srgbClr val="756B5F"/>
                </a:solidFill>
              </a:rPr>
              <a:t>– </a:t>
            </a:r>
            <a:r>
              <a:rPr lang="ko-KR" altLang="en-US" b="1">
                <a:solidFill>
                  <a:srgbClr val="756B5F"/>
                </a:solidFill>
              </a:rPr>
              <a:t>관리자</a:t>
            </a:r>
            <a:r>
              <a:rPr lang="en-US" altLang="ko-KR" b="1">
                <a:solidFill>
                  <a:srgbClr val="756B5F"/>
                </a:solidFill>
              </a:rPr>
              <a:t>(</a:t>
            </a:r>
            <a:r>
              <a:rPr lang="ko-KR" altLang="en-US" b="1">
                <a:solidFill>
                  <a:srgbClr val="756B5F"/>
                </a:solidFill>
              </a:rPr>
              <a:t>사서</a:t>
            </a:r>
            <a:r>
              <a:rPr lang="en-US" altLang="ko-KR" b="1">
                <a:solidFill>
                  <a:srgbClr val="756B5F"/>
                </a:solidFill>
              </a:rPr>
              <a:t>)</a:t>
            </a:r>
            <a:r>
              <a:rPr lang="ko-KR" altLang="en-US" b="1">
                <a:solidFill>
                  <a:srgbClr val="756B5F"/>
                </a:solidFill>
              </a:rPr>
              <a:t>등록 및 삭제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71D4-B1E1-E3A6-4979-46E7E3F8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EB745F-01F0-CF95-7033-DBFF0F0C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24725-B046-0C9D-48FB-328C2D133797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5. </a:t>
            </a:r>
            <a:r>
              <a:rPr lang="ko-KR" altLang="en-US" b="1">
                <a:solidFill>
                  <a:srgbClr val="756B5F"/>
                </a:solidFill>
              </a:rPr>
              <a:t>프로젝트 결과</a:t>
            </a:r>
            <a:endParaRPr lang="en-US" altLang="ko-KR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7F03A-1EB0-FF66-E032-A8E8D55A8549}"/>
              </a:ext>
            </a:extLst>
          </p:cNvPr>
          <p:cNvSpPr txBox="1"/>
          <p:nvPr/>
        </p:nvSpPr>
        <p:spPr>
          <a:xfrm>
            <a:off x="2290763" y="2130646"/>
            <a:ext cx="4581524" cy="9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최종 결과(기존 시스템에 기여하는 결과</a:t>
            </a:r>
            <a:r>
              <a:rPr lang="en-US" altLang="ko-KR" sz="800" b="1"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연구의 결과 및 시사점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연구 한계 및 향후 연구 방향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참고문헌 및 사용데이터 출천</a:t>
            </a:r>
            <a:endParaRPr lang="en-US" altLang="ko-KR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228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1584176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프로젝트명</a:t>
            </a:r>
            <a:r>
              <a:rPr lang="en-US" altLang="ko-KR" sz="2800" b="1" baseline="3000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5541</TotalTime>
  <Words>883</Words>
  <Application>Microsoft Office PowerPoint</Application>
  <PresentationFormat>화면 슬라이드 쇼(16:9)</PresentationFormat>
  <Paragraphs>223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HY헤드라인M</vt:lpstr>
      <vt:lpstr>가는안상수체</vt:lpstr>
      <vt:lpstr>한컴 윤고딕 230</vt:lpstr>
      <vt:lpstr>Arial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901-00</cp:lastModifiedBy>
  <cp:revision>431</cp:revision>
  <dcterms:created xsi:type="dcterms:W3CDTF">2016-06-22T05:17:17Z</dcterms:created>
  <dcterms:modified xsi:type="dcterms:W3CDTF">2026-01-05T02:16:40Z</dcterms:modified>
</cp:coreProperties>
</file>